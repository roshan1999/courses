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F94B6-4D6D-BC49-9B1B-2DCD25ED700E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EEC9F-A1A6-2B42-A8A4-9CCCFF1F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5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EEC9F-A1A6-2B42-A8A4-9CCCFF1F97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6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4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8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5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8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30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5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5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8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4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85211-36CF-6844-8413-EF479547C2A8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7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311" y="4298236"/>
            <a:ext cx="534702" cy="5086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88475" y="4894277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456645" y="2184426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eart 10"/>
          <p:cNvSpPr/>
          <p:nvPr/>
        </p:nvSpPr>
        <p:spPr>
          <a:xfrm>
            <a:off x="2194368" y="2965830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4954194" y="6316430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225576" y="2170747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432283" y="3524394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art 18"/>
          <p:cNvSpPr/>
          <p:nvPr/>
        </p:nvSpPr>
        <p:spPr>
          <a:xfrm>
            <a:off x="3434829" y="2973454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art 19"/>
          <p:cNvSpPr/>
          <p:nvPr/>
        </p:nvSpPr>
        <p:spPr>
          <a:xfrm>
            <a:off x="2153327" y="4319827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876656" y="3526621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925793" y="4896966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121452" y="655777"/>
            <a:ext cx="353640" cy="397324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255696" y="1679021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186124" y="882389"/>
            <a:ext cx="334145" cy="341423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4560079" y="1504466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2824524" y="1667093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/>
          <p:nvPr/>
        </p:nvCxnSpPr>
        <p:spPr>
          <a:xfrm>
            <a:off x="1952738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794920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128316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7462420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165288" y="-42333"/>
            <a:ext cx="1765927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STEP 0 – STORE  TO HDFS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28317" y="100125"/>
            <a:ext cx="1292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1 - MAP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3803" y="100125"/>
            <a:ext cx="1939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 – SHUFFLE</a:t>
            </a:r>
          </a:p>
          <a:p>
            <a:pPr algn="ctr"/>
            <a:r>
              <a:rPr lang="en-US" sz="2400" b="1" dirty="0"/>
              <a:t>and SORT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62420" y="91063"/>
            <a:ext cx="173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3 - REDUCE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17162" y="919594"/>
            <a:ext cx="2175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Assume 4 data partitions.</a:t>
            </a:r>
          </a:p>
        </p:txBody>
      </p:sp>
      <p:pic>
        <p:nvPicPr>
          <p:cNvPr id="110" name="Picture 1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552" y="3656386"/>
            <a:ext cx="459858" cy="437437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2117801" y="1550391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094871" y="2889981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2108526" y="4253985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2108526" y="5633024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4336188" y="598060"/>
            <a:ext cx="1186868" cy="1354396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4321720" y="2054196"/>
            <a:ext cx="1201335" cy="1433006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4323771" y="3603324"/>
            <a:ext cx="1199285" cy="1433006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4336189" y="5152451"/>
            <a:ext cx="1186868" cy="1605424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>
            <a:spLocks noChangeAspect="1"/>
          </p:cNvSpPr>
          <p:nvPr/>
        </p:nvSpPr>
        <p:spPr>
          <a:xfrm>
            <a:off x="7823298" y="1649613"/>
            <a:ext cx="215467" cy="2253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1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069" y="2066470"/>
            <a:ext cx="267351" cy="254316"/>
          </a:xfrm>
          <a:prstGeom prst="rect">
            <a:avLst/>
          </a:prstGeom>
        </p:spPr>
      </p:pic>
      <p:sp>
        <p:nvSpPr>
          <p:cNvPr id="127" name="Oval 126"/>
          <p:cNvSpPr>
            <a:spLocks noChangeAspect="1"/>
          </p:cNvSpPr>
          <p:nvPr/>
        </p:nvSpPr>
        <p:spPr>
          <a:xfrm>
            <a:off x="7823298" y="2481278"/>
            <a:ext cx="252626" cy="24555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Heart 127"/>
          <p:cNvSpPr>
            <a:spLocks noChangeAspect="1"/>
          </p:cNvSpPr>
          <p:nvPr/>
        </p:nvSpPr>
        <p:spPr>
          <a:xfrm>
            <a:off x="7812269" y="2917574"/>
            <a:ext cx="252626" cy="2319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Isosceles Triangle 128"/>
          <p:cNvSpPr>
            <a:spLocks noChangeAspect="1"/>
          </p:cNvSpPr>
          <p:nvPr/>
        </p:nvSpPr>
        <p:spPr>
          <a:xfrm>
            <a:off x="7823298" y="3322030"/>
            <a:ext cx="279936" cy="20459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7400402" y="1508754"/>
            <a:ext cx="168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(        ,  </a:t>
            </a:r>
            <a:r>
              <a:rPr lang="en-US" dirty="0"/>
              <a:t>_8_</a:t>
            </a:r>
            <a:r>
              <a:rPr lang="en-US" sz="2400" dirty="0"/>
              <a:t>  )</a:t>
            </a:r>
          </a:p>
        </p:txBody>
      </p:sp>
      <p:sp>
        <p:nvSpPr>
          <p:cNvPr id="53" name="Heart 52"/>
          <p:cNvSpPr/>
          <p:nvPr/>
        </p:nvSpPr>
        <p:spPr>
          <a:xfrm>
            <a:off x="3450658" y="6267351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2888074" y="6267351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2233085" y="5684304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076" y="6209319"/>
            <a:ext cx="534702" cy="508632"/>
          </a:xfrm>
          <a:prstGeom prst="rect">
            <a:avLst/>
          </a:prstGeom>
        </p:spPr>
      </p:pic>
      <p:sp>
        <p:nvSpPr>
          <p:cNvPr id="57" name="Isosceles Triangle 56"/>
          <p:cNvSpPr/>
          <p:nvPr/>
        </p:nvSpPr>
        <p:spPr>
          <a:xfrm>
            <a:off x="3396038" y="5713430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447" y="5672160"/>
            <a:ext cx="534702" cy="508632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6114972" y="865617"/>
            <a:ext cx="986551" cy="2424466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114973" y="3379948"/>
            <a:ext cx="991602" cy="1486269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128112" y="4915899"/>
            <a:ext cx="978463" cy="1869715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7400402" y="1953594"/>
            <a:ext cx="168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(        ,  </a:t>
            </a:r>
            <a:r>
              <a:rPr lang="en-US" dirty="0"/>
              <a:t>_4_</a:t>
            </a:r>
            <a:r>
              <a:rPr lang="en-US" sz="2400" dirty="0"/>
              <a:t>  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00402" y="2347334"/>
            <a:ext cx="168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(        ,  </a:t>
            </a:r>
            <a:r>
              <a:rPr lang="en-US" dirty="0"/>
              <a:t>_5_</a:t>
            </a:r>
            <a:r>
              <a:rPr lang="en-US" sz="2400" dirty="0"/>
              <a:t>  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00402" y="2805938"/>
            <a:ext cx="168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(        ,  </a:t>
            </a:r>
            <a:r>
              <a:rPr lang="en-US" dirty="0"/>
              <a:t>_4_</a:t>
            </a:r>
            <a:r>
              <a:rPr lang="en-US" sz="2400" dirty="0"/>
              <a:t>  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00402" y="3203213"/>
            <a:ext cx="168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(        ,  </a:t>
            </a:r>
            <a:r>
              <a:rPr lang="en-US" dirty="0"/>
              <a:t>_3_</a:t>
            </a:r>
            <a:r>
              <a:rPr lang="en-US" sz="2400" dirty="0"/>
              <a:t>  )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304B626-6886-49BB-9A89-FD4BD3BB01D1}"/>
              </a:ext>
            </a:extLst>
          </p:cNvPr>
          <p:cNvSpPr/>
          <p:nvPr/>
        </p:nvSpPr>
        <p:spPr>
          <a:xfrm>
            <a:off x="4406348" y="1091419"/>
            <a:ext cx="429716" cy="41733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C8D21B1-3264-4015-B286-D65145209BBC}"/>
              </a:ext>
            </a:extLst>
          </p:cNvPr>
          <p:cNvSpPr/>
          <p:nvPr/>
        </p:nvSpPr>
        <p:spPr>
          <a:xfrm>
            <a:off x="3516281" y="4343884"/>
            <a:ext cx="429716" cy="41733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Isosceles Triangle 87">
            <a:extLst>
              <a:ext uri="{FF2B5EF4-FFF2-40B4-BE49-F238E27FC236}">
                <a16:creationId xmlns:a16="http://schemas.microsoft.com/office/drawing/2014/main" id="{5888203D-AA42-47D8-9258-38E47517672B}"/>
              </a:ext>
            </a:extLst>
          </p:cNvPr>
          <p:cNvSpPr/>
          <p:nvPr/>
        </p:nvSpPr>
        <p:spPr>
          <a:xfrm>
            <a:off x="2880556" y="2975616"/>
            <a:ext cx="476170" cy="347716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DDD8FAD5-3442-432A-B724-7150FF929291}"/>
              </a:ext>
            </a:extLst>
          </p:cNvPr>
          <p:cNvSpPr/>
          <p:nvPr/>
        </p:nvSpPr>
        <p:spPr>
          <a:xfrm>
            <a:off x="2195201" y="3480117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86121B65-8D0D-4531-88E8-0C23C767C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201" y="3630331"/>
            <a:ext cx="488900" cy="463492"/>
          </a:xfrm>
          <a:prstGeom prst="rect">
            <a:avLst/>
          </a:prstGeom>
        </p:spPr>
      </p:pic>
      <p:sp>
        <p:nvSpPr>
          <p:cNvPr id="96" name="Heart 95">
            <a:extLst>
              <a:ext uri="{FF2B5EF4-FFF2-40B4-BE49-F238E27FC236}">
                <a16:creationId xmlns:a16="http://schemas.microsoft.com/office/drawing/2014/main" id="{2A68BE7F-F6E2-42C6-9954-863AC484C8A4}"/>
              </a:ext>
            </a:extLst>
          </p:cNvPr>
          <p:cNvSpPr/>
          <p:nvPr/>
        </p:nvSpPr>
        <p:spPr>
          <a:xfrm>
            <a:off x="5015883" y="4131232"/>
            <a:ext cx="397277" cy="39711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663CAF2F-31BD-4DDF-A40B-2A5484C36791}"/>
              </a:ext>
            </a:extLst>
          </p:cNvPr>
          <p:cNvSpPr/>
          <p:nvPr/>
        </p:nvSpPr>
        <p:spPr>
          <a:xfrm>
            <a:off x="4406348" y="2100474"/>
            <a:ext cx="451490" cy="418747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BE198EA-03E1-4758-965C-113758515960}"/>
              </a:ext>
            </a:extLst>
          </p:cNvPr>
          <p:cNvSpPr/>
          <p:nvPr/>
        </p:nvSpPr>
        <p:spPr>
          <a:xfrm>
            <a:off x="4984317" y="3039812"/>
            <a:ext cx="400810" cy="409182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AA51143-32AF-4AD0-8EF8-C7AE61D51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471" y="4797706"/>
            <a:ext cx="534702" cy="508632"/>
          </a:xfrm>
          <a:prstGeom prst="rect">
            <a:avLst/>
          </a:prstGeom>
        </p:spPr>
      </p:pic>
      <p:sp>
        <p:nvSpPr>
          <p:cNvPr id="101" name="Heart 100">
            <a:extLst>
              <a:ext uri="{FF2B5EF4-FFF2-40B4-BE49-F238E27FC236}">
                <a16:creationId xmlns:a16="http://schemas.microsoft.com/office/drawing/2014/main" id="{EC6C544F-8D90-45EA-A7D2-2DE0577D9222}"/>
              </a:ext>
            </a:extLst>
          </p:cNvPr>
          <p:cNvSpPr/>
          <p:nvPr/>
        </p:nvSpPr>
        <p:spPr>
          <a:xfrm>
            <a:off x="4976066" y="2132346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Isosceles Triangle 102">
            <a:extLst>
              <a:ext uri="{FF2B5EF4-FFF2-40B4-BE49-F238E27FC236}">
                <a16:creationId xmlns:a16="http://schemas.microsoft.com/office/drawing/2014/main" id="{05991B0F-EC1B-44B2-9FCC-FD19D9702410}"/>
              </a:ext>
            </a:extLst>
          </p:cNvPr>
          <p:cNvSpPr/>
          <p:nvPr/>
        </p:nvSpPr>
        <p:spPr>
          <a:xfrm>
            <a:off x="4369238" y="3063286"/>
            <a:ext cx="520426" cy="354989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590B408-94D2-4362-B08D-0E41411F3EA1}"/>
              </a:ext>
            </a:extLst>
          </p:cNvPr>
          <p:cNvSpPr/>
          <p:nvPr/>
        </p:nvSpPr>
        <p:spPr>
          <a:xfrm>
            <a:off x="4415303" y="4542301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205D99A-889E-436F-BE61-E15FEE061519}"/>
              </a:ext>
            </a:extLst>
          </p:cNvPr>
          <p:cNvSpPr/>
          <p:nvPr/>
        </p:nvSpPr>
        <p:spPr>
          <a:xfrm>
            <a:off x="5023202" y="4563905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CB7ED762-2D27-401F-9972-CA1950272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626" y="5737154"/>
            <a:ext cx="534702" cy="508632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50E78CBB-1A2D-4758-841D-8B64628A8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341" y="5722297"/>
            <a:ext cx="534702" cy="508632"/>
          </a:xfrm>
          <a:prstGeom prst="rect">
            <a:avLst/>
          </a:prstGeom>
        </p:spPr>
      </p:pic>
      <p:sp>
        <p:nvSpPr>
          <p:cNvPr id="108" name="Heart 107">
            <a:extLst>
              <a:ext uri="{FF2B5EF4-FFF2-40B4-BE49-F238E27FC236}">
                <a16:creationId xmlns:a16="http://schemas.microsoft.com/office/drawing/2014/main" id="{DEE60DBB-B86E-4F90-82D1-D9D3A0318EBE}"/>
              </a:ext>
            </a:extLst>
          </p:cNvPr>
          <p:cNvSpPr/>
          <p:nvPr/>
        </p:nvSpPr>
        <p:spPr>
          <a:xfrm>
            <a:off x="4440196" y="6279313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BAD1D17-8EB4-46FE-B3EE-BA89F334F726}"/>
              </a:ext>
            </a:extLst>
          </p:cNvPr>
          <p:cNvSpPr/>
          <p:nvPr/>
        </p:nvSpPr>
        <p:spPr>
          <a:xfrm>
            <a:off x="6623678" y="882389"/>
            <a:ext cx="366508" cy="341423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2873F12-87A5-4637-8ADB-68CF3CE9B7E3}"/>
              </a:ext>
            </a:extLst>
          </p:cNvPr>
          <p:cNvSpPr/>
          <p:nvPr/>
        </p:nvSpPr>
        <p:spPr>
          <a:xfrm>
            <a:off x="6193906" y="1289988"/>
            <a:ext cx="334146" cy="337027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CD048C2-0D21-44F0-9E8D-CD9312FE00B2}"/>
              </a:ext>
            </a:extLst>
          </p:cNvPr>
          <p:cNvSpPr/>
          <p:nvPr/>
        </p:nvSpPr>
        <p:spPr>
          <a:xfrm>
            <a:off x="6622017" y="1279668"/>
            <a:ext cx="368170" cy="364172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1A0BAD4-41A3-488B-8E48-DD0C0A4F3CC3}"/>
              </a:ext>
            </a:extLst>
          </p:cNvPr>
          <p:cNvSpPr/>
          <p:nvPr/>
        </p:nvSpPr>
        <p:spPr>
          <a:xfrm>
            <a:off x="6186124" y="1669004"/>
            <a:ext cx="334146" cy="337027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D364268-1413-421E-A248-ED286D327BA1}"/>
              </a:ext>
            </a:extLst>
          </p:cNvPr>
          <p:cNvSpPr/>
          <p:nvPr/>
        </p:nvSpPr>
        <p:spPr>
          <a:xfrm>
            <a:off x="6618917" y="1681452"/>
            <a:ext cx="368170" cy="324579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D3D23E71-6662-41DB-9305-B8C0E57D9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115" y="2458942"/>
            <a:ext cx="437707" cy="416367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C896D996-72D3-4B04-A4D3-1EC3E88D4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811" y="2474780"/>
            <a:ext cx="403851" cy="384161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4FA0EFD8-8B90-46E1-AD75-36713D3CF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327" y="2870378"/>
            <a:ext cx="454763" cy="432591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EBB13964-59AE-4BD5-ACE7-8558E4F01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863" y="2913113"/>
            <a:ext cx="372944" cy="354761"/>
          </a:xfrm>
          <a:prstGeom prst="rect">
            <a:avLst/>
          </a:prstGeom>
        </p:spPr>
      </p:pic>
      <p:sp>
        <p:nvSpPr>
          <p:cNvPr id="123" name="Heart 122">
            <a:extLst>
              <a:ext uri="{FF2B5EF4-FFF2-40B4-BE49-F238E27FC236}">
                <a16:creationId xmlns:a16="http://schemas.microsoft.com/office/drawing/2014/main" id="{25AA0FAA-A7C8-4EAF-84AD-B2D25499FC68}"/>
              </a:ext>
            </a:extLst>
          </p:cNvPr>
          <p:cNvSpPr/>
          <p:nvPr/>
        </p:nvSpPr>
        <p:spPr>
          <a:xfrm>
            <a:off x="6161402" y="4996240"/>
            <a:ext cx="368827" cy="336262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Heart 123">
            <a:extLst>
              <a:ext uri="{FF2B5EF4-FFF2-40B4-BE49-F238E27FC236}">
                <a16:creationId xmlns:a16="http://schemas.microsoft.com/office/drawing/2014/main" id="{BF563F96-098F-4379-BDF0-E128E1BC325C}"/>
              </a:ext>
            </a:extLst>
          </p:cNvPr>
          <p:cNvSpPr/>
          <p:nvPr/>
        </p:nvSpPr>
        <p:spPr>
          <a:xfrm>
            <a:off x="6124352" y="5431820"/>
            <a:ext cx="435205" cy="396181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Heart 130">
            <a:extLst>
              <a:ext uri="{FF2B5EF4-FFF2-40B4-BE49-F238E27FC236}">
                <a16:creationId xmlns:a16="http://schemas.microsoft.com/office/drawing/2014/main" id="{9F361CBD-B756-4309-B34E-350BF88E2B2A}"/>
              </a:ext>
            </a:extLst>
          </p:cNvPr>
          <p:cNvSpPr/>
          <p:nvPr/>
        </p:nvSpPr>
        <p:spPr>
          <a:xfrm>
            <a:off x="6679007" y="4999359"/>
            <a:ext cx="397157" cy="348207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Heart 131">
            <a:extLst>
              <a:ext uri="{FF2B5EF4-FFF2-40B4-BE49-F238E27FC236}">
                <a16:creationId xmlns:a16="http://schemas.microsoft.com/office/drawing/2014/main" id="{D442F837-8399-4F9A-8C1A-34322B16A5FA}"/>
              </a:ext>
            </a:extLst>
          </p:cNvPr>
          <p:cNvSpPr/>
          <p:nvPr/>
        </p:nvSpPr>
        <p:spPr>
          <a:xfrm>
            <a:off x="6609997" y="5425393"/>
            <a:ext cx="430665" cy="442183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0681997E-F151-4601-98A3-0D276EFBF8A2}"/>
              </a:ext>
            </a:extLst>
          </p:cNvPr>
          <p:cNvSpPr/>
          <p:nvPr/>
        </p:nvSpPr>
        <p:spPr>
          <a:xfrm>
            <a:off x="4969058" y="1092578"/>
            <a:ext cx="401203" cy="398520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B4824770-5B8F-4D5D-B677-C508F9A8A3AC}"/>
              </a:ext>
            </a:extLst>
          </p:cNvPr>
          <p:cNvSpPr/>
          <p:nvPr/>
        </p:nvSpPr>
        <p:spPr>
          <a:xfrm>
            <a:off x="4456903" y="2579851"/>
            <a:ext cx="397158" cy="38169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0EB9CF2D-2909-4DAD-97F8-B69F8C555105}"/>
              </a:ext>
            </a:extLst>
          </p:cNvPr>
          <p:cNvSpPr/>
          <p:nvPr/>
        </p:nvSpPr>
        <p:spPr>
          <a:xfrm>
            <a:off x="4425624" y="4113778"/>
            <a:ext cx="394805" cy="38251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B4BE0A5D-7B06-4637-8C05-108E1E086476}"/>
              </a:ext>
            </a:extLst>
          </p:cNvPr>
          <p:cNvSpPr/>
          <p:nvPr/>
        </p:nvSpPr>
        <p:spPr>
          <a:xfrm>
            <a:off x="5022799" y="2628709"/>
            <a:ext cx="382577" cy="367955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Isosceles Triangle 137">
            <a:extLst>
              <a:ext uri="{FF2B5EF4-FFF2-40B4-BE49-F238E27FC236}">
                <a16:creationId xmlns:a16="http://schemas.microsoft.com/office/drawing/2014/main" id="{2B40B80F-28B3-4204-B5B1-987DD13D155F}"/>
              </a:ext>
            </a:extLst>
          </p:cNvPr>
          <p:cNvSpPr/>
          <p:nvPr/>
        </p:nvSpPr>
        <p:spPr>
          <a:xfrm>
            <a:off x="6162400" y="5947257"/>
            <a:ext cx="397157" cy="311236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Isosceles Triangle 138">
            <a:extLst>
              <a:ext uri="{FF2B5EF4-FFF2-40B4-BE49-F238E27FC236}">
                <a16:creationId xmlns:a16="http://schemas.microsoft.com/office/drawing/2014/main" id="{650E453E-DB82-4CE9-8A86-28312BFCD9F1}"/>
              </a:ext>
            </a:extLst>
          </p:cNvPr>
          <p:cNvSpPr/>
          <p:nvPr/>
        </p:nvSpPr>
        <p:spPr>
          <a:xfrm>
            <a:off x="6685764" y="5926476"/>
            <a:ext cx="397157" cy="311236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Isosceles Triangle 139">
            <a:extLst>
              <a:ext uri="{FF2B5EF4-FFF2-40B4-BE49-F238E27FC236}">
                <a16:creationId xmlns:a16="http://schemas.microsoft.com/office/drawing/2014/main" id="{23692122-BC3F-4C48-86DA-9481B21F754B}"/>
              </a:ext>
            </a:extLst>
          </p:cNvPr>
          <p:cNvSpPr/>
          <p:nvPr/>
        </p:nvSpPr>
        <p:spPr>
          <a:xfrm>
            <a:off x="6176380" y="6372395"/>
            <a:ext cx="397157" cy="311236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EDFA996-FC17-4C13-B928-E76BA480C4C3}"/>
              </a:ext>
            </a:extLst>
          </p:cNvPr>
          <p:cNvSpPr/>
          <p:nvPr/>
        </p:nvSpPr>
        <p:spPr>
          <a:xfrm>
            <a:off x="3536993" y="1674955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5FC2F97-6444-40D9-A398-86B6F4B3435B}"/>
              </a:ext>
            </a:extLst>
          </p:cNvPr>
          <p:cNvSpPr/>
          <p:nvPr/>
        </p:nvSpPr>
        <p:spPr>
          <a:xfrm>
            <a:off x="2938158" y="2217175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E62CC55-BDBB-4838-9BBD-5AAC42A54255}"/>
              </a:ext>
            </a:extLst>
          </p:cNvPr>
          <p:cNvSpPr/>
          <p:nvPr/>
        </p:nvSpPr>
        <p:spPr>
          <a:xfrm>
            <a:off x="4755078" y="646657"/>
            <a:ext cx="353640" cy="397324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56FEDD8-5C27-4FD6-897C-51CFBECD7DBA}"/>
              </a:ext>
            </a:extLst>
          </p:cNvPr>
          <p:cNvSpPr/>
          <p:nvPr/>
        </p:nvSpPr>
        <p:spPr>
          <a:xfrm>
            <a:off x="4382201" y="632776"/>
            <a:ext cx="353640" cy="397324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730D0B1-B906-4009-8199-35DB4A64B910}"/>
              </a:ext>
            </a:extLst>
          </p:cNvPr>
          <p:cNvSpPr/>
          <p:nvPr/>
        </p:nvSpPr>
        <p:spPr>
          <a:xfrm>
            <a:off x="4441660" y="5237066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223C686-5242-4A3C-98CA-DB745B440AE4}"/>
              </a:ext>
            </a:extLst>
          </p:cNvPr>
          <p:cNvSpPr/>
          <p:nvPr/>
        </p:nvSpPr>
        <p:spPr>
          <a:xfrm>
            <a:off x="4990989" y="5210994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78B42B6A-92BD-4D27-873C-D695D5B2703D}"/>
              </a:ext>
            </a:extLst>
          </p:cNvPr>
          <p:cNvSpPr/>
          <p:nvPr/>
        </p:nvSpPr>
        <p:spPr>
          <a:xfrm>
            <a:off x="6208610" y="2048497"/>
            <a:ext cx="353640" cy="397324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29222F5-1177-4002-9232-681134F48731}"/>
              </a:ext>
            </a:extLst>
          </p:cNvPr>
          <p:cNvSpPr/>
          <p:nvPr/>
        </p:nvSpPr>
        <p:spPr>
          <a:xfrm>
            <a:off x="6646135" y="2043643"/>
            <a:ext cx="353640" cy="397324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1E62FA6A-BA55-42DE-92AF-B8CFD32B32DC}"/>
              </a:ext>
            </a:extLst>
          </p:cNvPr>
          <p:cNvSpPr/>
          <p:nvPr/>
        </p:nvSpPr>
        <p:spPr>
          <a:xfrm>
            <a:off x="6627979" y="3913727"/>
            <a:ext cx="437272" cy="44002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898041DE-4A56-461D-AFC1-F190193BF681}"/>
              </a:ext>
            </a:extLst>
          </p:cNvPr>
          <p:cNvSpPr/>
          <p:nvPr/>
        </p:nvSpPr>
        <p:spPr>
          <a:xfrm>
            <a:off x="6124876" y="3875105"/>
            <a:ext cx="437272" cy="44002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9C6D9C9F-FA81-4FB1-9B4B-714288D60B16}"/>
              </a:ext>
            </a:extLst>
          </p:cNvPr>
          <p:cNvSpPr/>
          <p:nvPr/>
        </p:nvSpPr>
        <p:spPr>
          <a:xfrm>
            <a:off x="6156322" y="4384198"/>
            <a:ext cx="437272" cy="44002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569F272E-13DA-4EF9-BC0C-741530DB5AF8}"/>
              </a:ext>
            </a:extLst>
          </p:cNvPr>
          <p:cNvSpPr/>
          <p:nvPr/>
        </p:nvSpPr>
        <p:spPr>
          <a:xfrm>
            <a:off x="6636811" y="3397123"/>
            <a:ext cx="437272" cy="44002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B824D517-D1A4-4F75-9860-2F6667E43172}"/>
              </a:ext>
            </a:extLst>
          </p:cNvPr>
          <p:cNvSpPr/>
          <p:nvPr/>
        </p:nvSpPr>
        <p:spPr>
          <a:xfrm>
            <a:off x="6124670" y="3400854"/>
            <a:ext cx="437272" cy="44002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6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53</Words>
  <Application>Microsoft Office PowerPoint</Application>
  <PresentationFormat>On-screen Show (4:3)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UCSD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kind of questions you can ask to help Eglence Inc. using big data?</dc:title>
  <dc:creator>ilkay Altintas</dc:creator>
  <cp:lastModifiedBy>roshan jacob</cp:lastModifiedBy>
  <cp:revision>27</cp:revision>
  <dcterms:created xsi:type="dcterms:W3CDTF">2016-02-11T22:41:22Z</dcterms:created>
  <dcterms:modified xsi:type="dcterms:W3CDTF">2020-02-19T18:51:59Z</dcterms:modified>
</cp:coreProperties>
</file>